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040" y="-1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34789"/>
            <a:ext cx="5029200" cy="37189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82065">
              <a:lnSpc>
                <a:spcPct val="100000"/>
              </a:lnSpc>
              <a:spcBef>
                <a:spcPts val="500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NETWORK</a:t>
            </a:r>
            <a:r>
              <a:rPr sz="2000" u="heavy" spc="-1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TRAFFIC</a:t>
            </a:r>
            <a:r>
              <a:rPr sz="2000" u="heavy" spc="-10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ANALYSIS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0615" y="2562054"/>
            <a:ext cx="290957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1. Network Quality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Dataset</a:t>
            </a:r>
            <a:endParaRPr sz="2000" dirty="0">
              <a:latin typeface="Bahnschrift SemiBold" panose="020B0502040204020203" pitchFamily="34" charset="0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3402215"/>
            <a:ext cx="5848350" cy="4848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1B2881-33E8-5857-CA0F-08CA604C15E6}"/>
              </a:ext>
            </a:extLst>
          </p:cNvPr>
          <p:cNvSpPr txBox="1"/>
          <p:nvPr/>
        </p:nvSpPr>
        <p:spPr>
          <a:xfrm>
            <a:off x="2565400" y="1887576"/>
            <a:ext cx="477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lang="en-IN" sz="1400" b="1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Industry</a:t>
            </a:r>
            <a:r>
              <a:rPr lang="en-IN" sz="1400" b="1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lang="en-IN" sz="1400" b="1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Problem</a:t>
            </a:r>
            <a:r>
              <a:rPr lang="en-IN" sz="1400" b="1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lang="en-IN" sz="1400" b="1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Solving</a:t>
            </a:r>
            <a:r>
              <a:rPr lang="en-IN" sz="1400" b="1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lang="en-IN" sz="1400" b="1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Task</a:t>
            </a:r>
            <a:endParaRPr lang="en-IN" sz="140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89886"/>
            <a:ext cx="479361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2.</a:t>
            </a:r>
            <a:r>
              <a:rPr sz="2800" b="1" u="sng" spc="-40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Network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Traffic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Dataset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–</a:t>
            </a:r>
            <a:r>
              <a:rPr sz="2800" b="1" u="sng" spc="-40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Video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Streaming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vs</a:t>
            </a:r>
            <a:r>
              <a:rPr sz="2800" b="1" u="sng" spc="-35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 </a:t>
            </a: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Bahnschrift SemiBold" panose="020B0502040204020203" pitchFamily="34" charset="0"/>
                <a:cs typeface="Arial"/>
              </a:rPr>
              <a:t>VoIP</a:t>
            </a:r>
            <a:endParaRPr sz="2800" dirty="0">
              <a:latin typeface="Bahnschrift SemiBold" panose="020B0502040204020203" pitchFamily="34" charset="0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1941109"/>
            <a:ext cx="5734050" cy="5067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645631"/>
            <a:ext cx="3335654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3.</a:t>
            </a:r>
            <a:r>
              <a:rPr sz="2800" b="1" u="sng" spc="-30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 </a:t>
            </a: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VANET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Traffic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Congestion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Bahnschrift SemiBold Condensed" panose="020B0502040204020203" pitchFamily="34" charset="0"/>
                <a:cs typeface="Arial"/>
              </a:rPr>
              <a:t>Dataset</a:t>
            </a:r>
            <a:endParaRPr sz="2800" dirty="0">
              <a:latin typeface="Bahnschrift SemiBold Condensed" panose="020B0502040204020203" pitchFamily="34" charset="0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2948768"/>
            <a:ext cx="5734050" cy="624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28</Words>
  <Application>Microsoft Office PowerPoint</Application>
  <PresentationFormat>Custom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 MT</vt:lpstr>
      <vt:lpstr>Bahnschrift SemiBold</vt:lpstr>
      <vt:lpstr>Bahnschrift SemiBold Condensed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document</dc:title>
  <cp:lastModifiedBy>Abinayashree K</cp:lastModifiedBy>
  <cp:revision>1</cp:revision>
  <dcterms:created xsi:type="dcterms:W3CDTF">2026-08-23T16:51:43Z</dcterms:created>
  <dcterms:modified xsi:type="dcterms:W3CDTF">2026-08-23T17:00:57Z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2026-08-23T00:00:00Z</vt:filetime>
  </property>
  <property fmtid="{D5CDD505-2E9C-101B-9397-08002B2CF9AE}" pid="4" name="Producer">
    <vt:lpwstr>Skia/PDF m153 Google Docs Renderer</vt:lpwstr>
  </property>
  <property fmtid="{D5CDD505-2E9C-101B-9397-08002B2CF9AE}" pid="5" name="LastSaved">
    <vt:filetime>2026-08-23T00:00:00Z</vt:filetime>
  </property>
</Properties>
</file>